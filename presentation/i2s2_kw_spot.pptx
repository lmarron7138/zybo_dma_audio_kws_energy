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4"/>
  </p:sldMasterIdLst>
  <p:notesMasterIdLst>
    <p:notesMasterId r:id="rId19"/>
  </p:notesMasterIdLst>
  <p:handoutMasterIdLst>
    <p:handoutMasterId r:id="rId20"/>
  </p:handoutMasterIdLst>
  <p:sldIdLst>
    <p:sldId id="1520" r:id="rId5"/>
    <p:sldId id="1531" r:id="rId6"/>
    <p:sldId id="1526" r:id="rId7"/>
    <p:sldId id="1547" r:id="rId8"/>
    <p:sldId id="1548" r:id="rId9"/>
    <p:sldId id="1555" r:id="rId10"/>
    <p:sldId id="1556" r:id="rId11"/>
    <p:sldId id="1558" r:id="rId12"/>
    <p:sldId id="1557" r:id="rId13"/>
    <p:sldId id="1553" r:id="rId14"/>
    <p:sldId id="1552" r:id="rId15"/>
    <p:sldId id="1551" r:id="rId16"/>
    <p:sldId id="1554" r:id="rId17"/>
    <p:sldId id="151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6"/>
  </p:normalViewPr>
  <p:slideViewPr>
    <p:cSldViewPr snapToGrid="0">
      <p:cViewPr varScale="1">
        <p:scale>
          <a:sx n="89" d="100"/>
          <a:sy n="89" d="100"/>
        </p:scale>
        <p:origin x="39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92E922-8363-4E6F-B220-06490B937830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4D4068EF-6EB2-4936-99F1-EE39249B55E7}">
      <dgm:prSet/>
      <dgm:spPr>
        <a:solidFill>
          <a:schemeClr val="accent5">
            <a:lumMod val="25000"/>
          </a:schemeClr>
        </a:solidFill>
      </dgm:spPr>
      <dgm:t>
        <a:bodyPr/>
        <a:lstStyle/>
        <a:p>
          <a:r>
            <a:rPr lang="en-US" b="0" i="0" dirty="0"/>
            <a:t>Project overview</a:t>
          </a:r>
          <a:endParaRPr lang="en-US" dirty="0"/>
        </a:p>
      </dgm:t>
    </dgm:pt>
    <dgm:pt modelId="{DCDB8C15-B2E7-4AE5-A97F-BA997563DA0B}" type="parTrans" cxnId="{E14D1019-CF1B-46F4-B408-B5758F25BA38}">
      <dgm:prSet/>
      <dgm:spPr/>
      <dgm:t>
        <a:bodyPr/>
        <a:lstStyle/>
        <a:p>
          <a:endParaRPr lang="en-US"/>
        </a:p>
      </dgm:t>
    </dgm:pt>
    <dgm:pt modelId="{A8DF9324-1AE3-4998-B19B-A0E338330DA4}" type="sibTrans" cxnId="{E14D1019-CF1B-46F4-B408-B5758F25BA38}">
      <dgm:prSet/>
      <dgm:spPr/>
      <dgm:t>
        <a:bodyPr/>
        <a:lstStyle/>
        <a:p>
          <a:endParaRPr lang="en-US"/>
        </a:p>
      </dgm:t>
    </dgm:pt>
    <dgm:pt modelId="{5D08CB11-AE47-42AE-8907-399BF6985061}">
      <dgm:prSet/>
      <dgm:spPr>
        <a:solidFill>
          <a:schemeClr val="accent5">
            <a:lumMod val="25000"/>
          </a:schemeClr>
        </a:solidFill>
      </dgm:spPr>
      <dgm:t>
        <a:bodyPr/>
        <a:lstStyle/>
        <a:p>
          <a:r>
            <a:rPr lang="en-US" dirty="0"/>
            <a:t>System Architecture</a:t>
          </a:r>
        </a:p>
      </dgm:t>
    </dgm:pt>
    <dgm:pt modelId="{2A2321E5-9D72-4601-BF8F-F85C28010AAA}" type="parTrans" cxnId="{EA5583C7-1EFE-4B2F-8E2D-1790C0E799CD}">
      <dgm:prSet/>
      <dgm:spPr/>
      <dgm:t>
        <a:bodyPr/>
        <a:lstStyle/>
        <a:p>
          <a:endParaRPr lang="en-US"/>
        </a:p>
      </dgm:t>
    </dgm:pt>
    <dgm:pt modelId="{593AF69A-CCD5-4168-87B6-AB1E64A6C5B6}" type="sibTrans" cxnId="{EA5583C7-1EFE-4B2F-8E2D-1790C0E799CD}">
      <dgm:prSet/>
      <dgm:spPr/>
      <dgm:t>
        <a:bodyPr/>
        <a:lstStyle/>
        <a:p>
          <a:endParaRPr lang="en-US"/>
        </a:p>
      </dgm:t>
    </dgm:pt>
    <dgm:pt modelId="{0F58F8E5-DB5B-4C5D-AAC9-1B503C80C944}">
      <dgm:prSet/>
      <dgm:spPr>
        <a:solidFill>
          <a:schemeClr val="accent5">
            <a:lumMod val="25000"/>
          </a:schemeClr>
        </a:solidFill>
      </dgm:spPr>
      <dgm:t>
        <a:bodyPr/>
        <a:lstStyle/>
        <a:p>
          <a:r>
            <a:rPr lang="en-US" dirty="0"/>
            <a:t>Hardware Design (PL)</a:t>
          </a:r>
        </a:p>
      </dgm:t>
    </dgm:pt>
    <dgm:pt modelId="{6F517063-A734-4EFA-BB8E-1A8AE3FE917B}" type="parTrans" cxnId="{84B3C452-5ACF-408D-8018-C4A08EDBD8F8}">
      <dgm:prSet/>
      <dgm:spPr/>
      <dgm:t>
        <a:bodyPr/>
        <a:lstStyle/>
        <a:p>
          <a:endParaRPr lang="en-US"/>
        </a:p>
      </dgm:t>
    </dgm:pt>
    <dgm:pt modelId="{A1F403B5-5F12-46B8-A957-D763192C1543}" type="sibTrans" cxnId="{84B3C452-5ACF-408D-8018-C4A08EDBD8F8}">
      <dgm:prSet/>
      <dgm:spPr/>
      <dgm:t>
        <a:bodyPr/>
        <a:lstStyle/>
        <a:p>
          <a:endParaRPr lang="en-US"/>
        </a:p>
      </dgm:t>
    </dgm:pt>
    <dgm:pt modelId="{514A976E-FCC9-490F-BCF9-F5CFA505F8C7}">
      <dgm:prSet/>
      <dgm:spPr>
        <a:solidFill>
          <a:schemeClr val="accent5">
            <a:lumMod val="25000"/>
          </a:schemeClr>
        </a:solidFill>
      </dgm:spPr>
      <dgm:t>
        <a:bodyPr/>
        <a:lstStyle/>
        <a:p>
          <a:r>
            <a:rPr lang="en-US" b="0" i="0" dirty="0"/>
            <a:t>Conclusion</a:t>
          </a:r>
          <a:endParaRPr lang="en-US" dirty="0"/>
        </a:p>
      </dgm:t>
    </dgm:pt>
    <dgm:pt modelId="{385ECE85-C526-47AC-BDE3-F1B15EC84238}" type="parTrans" cxnId="{54C12A70-ED0F-48CB-81FC-16C659197B62}">
      <dgm:prSet/>
      <dgm:spPr/>
      <dgm:t>
        <a:bodyPr/>
        <a:lstStyle/>
        <a:p>
          <a:endParaRPr lang="en-US"/>
        </a:p>
      </dgm:t>
    </dgm:pt>
    <dgm:pt modelId="{38184267-F204-4BFA-AF20-77FA9EE34548}" type="sibTrans" cxnId="{54C12A70-ED0F-48CB-81FC-16C659197B62}">
      <dgm:prSet/>
      <dgm:spPr/>
      <dgm:t>
        <a:bodyPr/>
        <a:lstStyle/>
        <a:p>
          <a:endParaRPr lang="en-US"/>
        </a:p>
      </dgm:t>
    </dgm:pt>
    <dgm:pt modelId="{6A91FE5B-95B0-4D21-A86D-6A04A3350810}">
      <dgm:prSet/>
      <dgm:spPr>
        <a:solidFill>
          <a:schemeClr val="accent5">
            <a:lumMod val="25000"/>
          </a:schemeClr>
        </a:solidFill>
      </dgm:spPr>
      <dgm:t>
        <a:bodyPr/>
        <a:lstStyle/>
        <a:p>
          <a:r>
            <a:rPr lang="en-US" dirty="0"/>
            <a:t>Software Design (PS)</a:t>
          </a:r>
        </a:p>
      </dgm:t>
    </dgm:pt>
    <dgm:pt modelId="{4700DE8E-6722-40E2-818A-53C90918E9DD}" type="parTrans" cxnId="{9D58229A-288D-483E-9563-D0F997D766FA}">
      <dgm:prSet/>
      <dgm:spPr/>
      <dgm:t>
        <a:bodyPr/>
        <a:lstStyle/>
        <a:p>
          <a:endParaRPr lang="en-US"/>
        </a:p>
      </dgm:t>
    </dgm:pt>
    <dgm:pt modelId="{A76C12BE-4EDD-47BE-9225-D4B2665AAC72}" type="sibTrans" cxnId="{9D58229A-288D-483E-9563-D0F997D766FA}">
      <dgm:prSet/>
      <dgm:spPr/>
      <dgm:t>
        <a:bodyPr/>
        <a:lstStyle/>
        <a:p>
          <a:endParaRPr lang="en-US"/>
        </a:p>
      </dgm:t>
    </dgm:pt>
    <dgm:pt modelId="{9F89D1A4-0F71-4BDB-9B88-33A0E186E308}">
      <dgm:prSet/>
      <dgm:spPr>
        <a:solidFill>
          <a:schemeClr val="accent5">
            <a:lumMod val="25000"/>
          </a:schemeClr>
        </a:solidFill>
      </dgm:spPr>
      <dgm:t>
        <a:bodyPr/>
        <a:lstStyle/>
        <a:p>
          <a:r>
            <a:rPr lang="en-US" dirty="0"/>
            <a:t>Interfaces and Peripherals Used</a:t>
          </a:r>
        </a:p>
      </dgm:t>
    </dgm:pt>
    <dgm:pt modelId="{F3AC5CF1-D63B-41F0-80B8-86F579007D7F}" type="parTrans" cxnId="{CAFCF74A-0E1B-4EA9-A0B9-A85D061A31EB}">
      <dgm:prSet/>
      <dgm:spPr/>
      <dgm:t>
        <a:bodyPr/>
        <a:lstStyle/>
        <a:p>
          <a:endParaRPr lang="en-US"/>
        </a:p>
      </dgm:t>
    </dgm:pt>
    <dgm:pt modelId="{6AA796C4-5F64-4DE9-A9F0-4E6F7B0A4974}" type="sibTrans" cxnId="{CAFCF74A-0E1B-4EA9-A0B9-A85D061A31EB}">
      <dgm:prSet/>
      <dgm:spPr/>
      <dgm:t>
        <a:bodyPr/>
        <a:lstStyle/>
        <a:p>
          <a:endParaRPr lang="en-US"/>
        </a:p>
      </dgm:t>
    </dgm:pt>
    <dgm:pt modelId="{54341C7E-8FA5-4BC3-9185-6CC4A33F609C}">
      <dgm:prSet/>
      <dgm:spPr>
        <a:solidFill>
          <a:schemeClr val="accent5">
            <a:lumMod val="25000"/>
          </a:schemeClr>
        </a:solidFill>
      </dgm:spPr>
      <dgm:t>
        <a:bodyPr/>
        <a:lstStyle/>
        <a:p>
          <a:r>
            <a:rPr lang="en-US" dirty="0"/>
            <a:t>Verification and Testing</a:t>
          </a:r>
        </a:p>
      </dgm:t>
    </dgm:pt>
    <dgm:pt modelId="{8FEEED13-E69C-420B-9D87-17106D0F0079}" type="parTrans" cxnId="{A4422D4B-218A-4D41-9D0D-E17A6205E9DE}">
      <dgm:prSet/>
      <dgm:spPr/>
      <dgm:t>
        <a:bodyPr/>
        <a:lstStyle/>
        <a:p>
          <a:endParaRPr lang="en-US"/>
        </a:p>
      </dgm:t>
    </dgm:pt>
    <dgm:pt modelId="{7FBF64FA-51B4-4E37-BB04-4574CA9CC92B}" type="sibTrans" cxnId="{A4422D4B-218A-4D41-9D0D-E17A6205E9DE}">
      <dgm:prSet/>
      <dgm:spPr/>
      <dgm:t>
        <a:bodyPr/>
        <a:lstStyle/>
        <a:p>
          <a:endParaRPr lang="en-US"/>
        </a:p>
      </dgm:t>
    </dgm:pt>
    <dgm:pt modelId="{7F83CCB5-ABEC-4F18-BA3E-90E18A75880F}">
      <dgm:prSet/>
      <dgm:spPr>
        <a:solidFill>
          <a:schemeClr val="accent5">
            <a:lumMod val="25000"/>
          </a:schemeClr>
        </a:solidFill>
      </dgm:spPr>
      <dgm:t>
        <a:bodyPr/>
        <a:lstStyle/>
        <a:p>
          <a:r>
            <a:rPr lang="en-US" dirty="0"/>
            <a:t>Project Demo</a:t>
          </a:r>
        </a:p>
      </dgm:t>
    </dgm:pt>
    <dgm:pt modelId="{7661E61E-5250-41DC-9F58-616F1B1947E8}" type="parTrans" cxnId="{1AF3F43E-8BFB-4AF7-89A0-3CA3E1DB5BDF}">
      <dgm:prSet/>
      <dgm:spPr/>
      <dgm:t>
        <a:bodyPr/>
        <a:lstStyle/>
        <a:p>
          <a:endParaRPr lang="en-US"/>
        </a:p>
      </dgm:t>
    </dgm:pt>
    <dgm:pt modelId="{8E5AA0EC-0728-41F4-A756-EE474BCBEB04}" type="sibTrans" cxnId="{1AF3F43E-8BFB-4AF7-89A0-3CA3E1DB5BDF}">
      <dgm:prSet/>
      <dgm:spPr/>
      <dgm:t>
        <a:bodyPr/>
        <a:lstStyle/>
        <a:p>
          <a:endParaRPr lang="en-US"/>
        </a:p>
      </dgm:t>
    </dgm:pt>
    <dgm:pt modelId="{554973AA-12FF-4460-92FD-1B4782A364D5}" type="pres">
      <dgm:prSet presAssocID="{FD92E922-8363-4E6F-B220-06490B937830}" presName="linear" presStyleCnt="0">
        <dgm:presLayoutVars>
          <dgm:animLvl val="lvl"/>
          <dgm:resizeHandles val="exact"/>
        </dgm:presLayoutVars>
      </dgm:prSet>
      <dgm:spPr/>
    </dgm:pt>
    <dgm:pt modelId="{71787885-7935-4F71-A960-38F86D5A0D26}" type="pres">
      <dgm:prSet presAssocID="{4D4068EF-6EB2-4936-99F1-EE39249B55E7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5FCBF875-CC25-4F47-A8EE-5A2FCC86662D}" type="pres">
      <dgm:prSet presAssocID="{A8DF9324-1AE3-4998-B19B-A0E338330DA4}" presName="spacer" presStyleCnt="0"/>
      <dgm:spPr/>
    </dgm:pt>
    <dgm:pt modelId="{098B748E-9580-4905-A40F-9476B9668E9A}" type="pres">
      <dgm:prSet presAssocID="{5D08CB11-AE47-42AE-8907-399BF698506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2BCD2A7-889A-445C-8441-70F0E7DEA9C5}" type="pres">
      <dgm:prSet presAssocID="{593AF69A-CCD5-4168-87B6-AB1E64A6C5B6}" presName="spacer" presStyleCnt="0"/>
      <dgm:spPr/>
    </dgm:pt>
    <dgm:pt modelId="{6A56561A-2F64-47A3-8A20-FAF74D702957}" type="pres">
      <dgm:prSet presAssocID="{0F58F8E5-DB5B-4C5D-AAC9-1B503C80C944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E4504111-33E3-4301-A602-31CF8F3EBA9D}" type="pres">
      <dgm:prSet presAssocID="{A1F403B5-5F12-46B8-A957-D763192C1543}" presName="spacer" presStyleCnt="0"/>
      <dgm:spPr/>
    </dgm:pt>
    <dgm:pt modelId="{7F47D193-41B1-4A98-84A9-4BACD5F0AB59}" type="pres">
      <dgm:prSet presAssocID="{6A91FE5B-95B0-4D21-A86D-6A04A3350810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E3E3B22F-D91B-4A71-9952-8894CA5802A9}" type="pres">
      <dgm:prSet presAssocID="{A76C12BE-4EDD-47BE-9225-D4B2665AAC72}" presName="spacer" presStyleCnt="0"/>
      <dgm:spPr/>
    </dgm:pt>
    <dgm:pt modelId="{A2E4572C-6FD6-408D-9909-D54A6AE69E2E}" type="pres">
      <dgm:prSet presAssocID="{9F89D1A4-0F71-4BDB-9B88-33A0E186E308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1DBB2F91-0649-4594-A431-3BE04D14D1C7}" type="pres">
      <dgm:prSet presAssocID="{6AA796C4-5F64-4DE9-A9F0-4E6F7B0A4974}" presName="spacer" presStyleCnt="0"/>
      <dgm:spPr/>
    </dgm:pt>
    <dgm:pt modelId="{E0AFB112-B653-430B-A107-8E6490136CAB}" type="pres">
      <dgm:prSet presAssocID="{54341C7E-8FA5-4BC3-9185-6CC4A33F609C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0DC1A26D-5719-4103-A40E-B761B510BE73}" type="pres">
      <dgm:prSet presAssocID="{7FBF64FA-51B4-4E37-BB04-4574CA9CC92B}" presName="spacer" presStyleCnt="0"/>
      <dgm:spPr/>
    </dgm:pt>
    <dgm:pt modelId="{02D9240E-2EC7-483C-86BC-FB03A9C7CE40}" type="pres">
      <dgm:prSet presAssocID="{7F83CCB5-ABEC-4F18-BA3E-90E18A75880F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78992A30-D523-49D4-A9E0-6D59DFDA6641}" type="pres">
      <dgm:prSet presAssocID="{8E5AA0EC-0728-41F4-A756-EE474BCBEB04}" presName="spacer" presStyleCnt="0"/>
      <dgm:spPr/>
    </dgm:pt>
    <dgm:pt modelId="{E2228B3A-F4D3-4EC0-8C31-ACC9C944708B}" type="pres">
      <dgm:prSet presAssocID="{514A976E-FCC9-490F-BCF9-F5CFA505F8C7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AF8AA707-692A-4FDE-99C9-A4F830DA7F9A}" type="presOf" srcId="{4D4068EF-6EB2-4936-99F1-EE39249B55E7}" destId="{71787885-7935-4F71-A960-38F86D5A0D26}" srcOrd="0" destOrd="0" presId="urn:microsoft.com/office/officeart/2005/8/layout/vList2"/>
    <dgm:cxn modelId="{6815F60E-603F-4DC5-A94D-B13C4A426441}" type="presOf" srcId="{54341C7E-8FA5-4BC3-9185-6CC4A33F609C}" destId="{E0AFB112-B653-430B-A107-8E6490136CAB}" srcOrd="0" destOrd="0" presId="urn:microsoft.com/office/officeart/2005/8/layout/vList2"/>
    <dgm:cxn modelId="{E14D1019-CF1B-46F4-B408-B5758F25BA38}" srcId="{FD92E922-8363-4E6F-B220-06490B937830}" destId="{4D4068EF-6EB2-4936-99F1-EE39249B55E7}" srcOrd="0" destOrd="0" parTransId="{DCDB8C15-B2E7-4AE5-A97F-BA997563DA0B}" sibTransId="{A8DF9324-1AE3-4998-B19B-A0E338330DA4}"/>
    <dgm:cxn modelId="{1AF3F43E-8BFB-4AF7-89A0-3CA3E1DB5BDF}" srcId="{FD92E922-8363-4E6F-B220-06490B937830}" destId="{7F83CCB5-ABEC-4F18-BA3E-90E18A75880F}" srcOrd="6" destOrd="0" parTransId="{7661E61E-5250-41DC-9F58-616F1B1947E8}" sibTransId="{8E5AA0EC-0728-41F4-A756-EE474BCBEB04}"/>
    <dgm:cxn modelId="{41DBB564-F193-4201-AF53-1392F0BD2D93}" type="presOf" srcId="{0F58F8E5-DB5B-4C5D-AAC9-1B503C80C944}" destId="{6A56561A-2F64-47A3-8A20-FAF74D702957}" srcOrd="0" destOrd="0" presId="urn:microsoft.com/office/officeart/2005/8/layout/vList2"/>
    <dgm:cxn modelId="{CAFCF74A-0E1B-4EA9-A0B9-A85D061A31EB}" srcId="{FD92E922-8363-4E6F-B220-06490B937830}" destId="{9F89D1A4-0F71-4BDB-9B88-33A0E186E308}" srcOrd="4" destOrd="0" parTransId="{F3AC5CF1-D63B-41F0-80B8-86F579007D7F}" sibTransId="{6AA796C4-5F64-4DE9-A9F0-4E6F7B0A4974}"/>
    <dgm:cxn modelId="{A4422D4B-218A-4D41-9D0D-E17A6205E9DE}" srcId="{FD92E922-8363-4E6F-B220-06490B937830}" destId="{54341C7E-8FA5-4BC3-9185-6CC4A33F609C}" srcOrd="5" destOrd="0" parTransId="{8FEEED13-E69C-420B-9D87-17106D0F0079}" sibTransId="{7FBF64FA-51B4-4E37-BB04-4574CA9CC92B}"/>
    <dgm:cxn modelId="{79CC086D-A507-437A-83CB-32D7D440BC9D}" type="presOf" srcId="{7F83CCB5-ABEC-4F18-BA3E-90E18A75880F}" destId="{02D9240E-2EC7-483C-86BC-FB03A9C7CE40}" srcOrd="0" destOrd="0" presId="urn:microsoft.com/office/officeart/2005/8/layout/vList2"/>
    <dgm:cxn modelId="{54C12A70-ED0F-48CB-81FC-16C659197B62}" srcId="{FD92E922-8363-4E6F-B220-06490B937830}" destId="{514A976E-FCC9-490F-BCF9-F5CFA505F8C7}" srcOrd="7" destOrd="0" parTransId="{385ECE85-C526-47AC-BDE3-F1B15EC84238}" sibTransId="{38184267-F204-4BFA-AF20-77FA9EE34548}"/>
    <dgm:cxn modelId="{84B3C452-5ACF-408D-8018-C4A08EDBD8F8}" srcId="{FD92E922-8363-4E6F-B220-06490B937830}" destId="{0F58F8E5-DB5B-4C5D-AAC9-1B503C80C944}" srcOrd="2" destOrd="0" parTransId="{6F517063-A734-4EFA-BB8E-1A8AE3FE917B}" sibTransId="{A1F403B5-5F12-46B8-A957-D763192C1543}"/>
    <dgm:cxn modelId="{EFB21493-76CB-4ECD-B844-0107982E527A}" type="presOf" srcId="{FD92E922-8363-4E6F-B220-06490B937830}" destId="{554973AA-12FF-4460-92FD-1B4782A364D5}" srcOrd="0" destOrd="0" presId="urn:microsoft.com/office/officeart/2005/8/layout/vList2"/>
    <dgm:cxn modelId="{9D58229A-288D-483E-9563-D0F997D766FA}" srcId="{FD92E922-8363-4E6F-B220-06490B937830}" destId="{6A91FE5B-95B0-4D21-A86D-6A04A3350810}" srcOrd="3" destOrd="0" parTransId="{4700DE8E-6722-40E2-818A-53C90918E9DD}" sibTransId="{A76C12BE-4EDD-47BE-9225-D4B2665AAC72}"/>
    <dgm:cxn modelId="{598051A8-EDEE-4E51-9DE9-C5B5008A50AC}" type="presOf" srcId="{9F89D1A4-0F71-4BDB-9B88-33A0E186E308}" destId="{A2E4572C-6FD6-408D-9909-D54A6AE69E2E}" srcOrd="0" destOrd="0" presId="urn:microsoft.com/office/officeart/2005/8/layout/vList2"/>
    <dgm:cxn modelId="{393999AD-14F7-4FA1-9525-2F7A5C431759}" type="presOf" srcId="{514A976E-FCC9-490F-BCF9-F5CFA505F8C7}" destId="{E2228B3A-F4D3-4EC0-8C31-ACC9C944708B}" srcOrd="0" destOrd="0" presId="urn:microsoft.com/office/officeart/2005/8/layout/vList2"/>
    <dgm:cxn modelId="{89E608BA-47D9-4FDF-9B11-070ABA8E5414}" type="presOf" srcId="{6A91FE5B-95B0-4D21-A86D-6A04A3350810}" destId="{7F47D193-41B1-4A98-84A9-4BACD5F0AB59}" srcOrd="0" destOrd="0" presId="urn:microsoft.com/office/officeart/2005/8/layout/vList2"/>
    <dgm:cxn modelId="{E5A4F5BA-7607-4EFC-BD9A-2C1C8F13D0D0}" type="presOf" srcId="{5D08CB11-AE47-42AE-8907-399BF6985061}" destId="{098B748E-9580-4905-A40F-9476B9668E9A}" srcOrd="0" destOrd="0" presId="urn:microsoft.com/office/officeart/2005/8/layout/vList2"/>
    <dgm:cxn modelId="{EA5583C7-1EFE-4B2F-8E2D-1790C0E799CD}" srcId="{FD92E922-8363-4E6F-B220-06490B937830}" destId="{5D08CB11-AE47-42AE-8907-399BF6985061}" srcOrd="1" destOrd="0" parTransId="{2A2321E5-9D72-4601-BF8F-F85C28010AAA}" sibTransId="{593AF69A-CCD5-4168-87B6-AB1E64A6C5B6}"/>
    <dgm:cxn modelId="{36F200A1-D3C0-4EAB-BE5B-83BF42E5F221}" type="presParOf" srcId="{554973AA-12FF-4460-92FD-1B4782A364D5}" destId="{71787885-7935-4F71-A960-38F86D5A0D26}" srcOrd="0" destOrd="0" presId="urn:microsoft.com/office/officeart/2005/8/layout/vList2"/>
    <dgm:cxn modelId="{1A7118C3-AAEA-4AE1-ADD9-B81603143715}" type="presParOf" srcId="{554973AA-12FF-4460-92FD-1B4782A364D5}" destId="{5FCBF875-CC25-4F47-A8EE-5A2FCC86662D}" srcOrd="1" destOrd="0" presId="urn:microsoft.com/office/officeart/2005/8/layout/vList2"/>
    <dgm:cxn modelId="{E378DCB2-5D3C-4EDA-A96E-8CFF32290313}" type="presParOf" srcId="{554973AA-12FF-4460-92FD-1B4782A364D5}" destId="{098B748E-9580-4905-A40F-9476B9668E9A}" srcOrd="2" destOrd="0" presId="urn:microsoft.com/office/officeart/2005/8/layout/vList2"/>
    <dgm:cxn modelId="{73C10300-486D-4106-AC93-4AE8520050B3}" type="presParOf" srcId="{554973AA-12FF-4460-92FD-1B4782A364D5}" destId="{52BCD2A7-889A-445C-8441-70F0E7DEA9C5}" srcOrd="3" destOrd="0" presId="urn:microsoft.com/office/officeart/2005/8/layout/vList2"/>
    <dgm:cxn modelId="{B9A2B917-47D7-4E20-A2B8-C87F2D65AAEC}" type="presParOf" srcId="{554973AA-12FF-4460-92FD-1B4782A364D5}" destId="{6A56561A-2F64-47A3-8A20-FAF74D702957}" srcOrd="4" destOrd="0" presId="urn:microsoft.com/office/officeart/2005/8/layout/vList2"/>
    <dgm:cxn modelId="{4A54A7CB-EE62-49F3-A3FD-CEDF5E1BEF03}" type="presParOf" srcId="{554973AA-12FF-4460-92FD-1B4782A364D5}" destId="{E4504111-33E3-4301-A602-31CF8F3EBA9D}" srcOrd="5" destOrd="0" presId="urn:microsoft.com/office/officeart/2005/8/layout/vList2"/>
    <dgm:cxn modelId="{2AD4B7A1-9CF1-4247-9984-066651F4460B}" type="presParOf" srcId="{554973AA-12FF-4460-92FD-1B4782A364D5}" destId="{7F47D193-41B1-4A98-84A9-4BACD5F0AB59}" srcOrd="6" destOrd="0" presId="urn:microsoft.com/office/officeart/2005/8/layout/vList2"/>
    <dgm:cxn modelId="{95ABB374-E5FE-45E4-B4B8-C19C8DBB517D}" type="presParOf" srcId="{554973AA-12FF-4460-92FD-1B4782A364D5}" destId="{E3E3B22F-D91B-4A71-9952-8894CA5802A9}" srcOrd="7" destOrd="0" presId="urn:microsoft.com/office/officeart/2005/8/layout/vList2"/>
    <dgm:cxn modelId="{F602B19A-CD1E-48C7-972F-CBCD8BE87FE0}" type="presParOf" srcId="{554973AA-12FF-4460-92FD-1B4782A364D5}" destId="{A2E4572C-6FD6-408D-9909-D54A6AE69E2E}" srcOrd="8" destOrd="0" presId="urn:microsoft.com/office/officeart/2005/8/layout/vList2"/>
    <dgm:cxn modelId="{09C202F8-67CB-4878-B165-566F1BF7B543}" type="presParOf" srcId="{554973AA-12FF-4460-92FD-1B4782A364D5}" destId="{1DBB2F91-0649-4594-A431-3BE04D14D1C7}" srcOrd="9" destOrd="0" presId="urn:microsoft.com/office/officeart/2005/8/layout/vList2"/>
    <dgm:cxn modelId="{E8E30D67-BF38-4B18-9025-E1942E1889D4}" type="presParOf" srcId="{554973AA-12FF-4460-92FD-1B4782A364D5}" destId="{E0AFB112-B653-430B-A107-8E6490136CAB}" srcOrd="10" destOrd="0" presId="urn:microsoft.com/office/officeart/2005/8/layout/vList2"/>
    <dgm:cxn modelId="{DAAB80EC-33DE-46CF-9060-4A6CCAA4225A}" type="presParOf" srcId="{554973AA-12FF-4460-92FD-1B4782A364D5}" destId="{0DC1A26D-5719-4103-A40E-B761B510BE73}" srcOrd="11" destOrd="0" presId="urn:microsoft.com/office/officeart/2005/8/layout/vList2"/>
    <dgm:cxn modelId="{C3B01BF4-E092-4746-B132-1E1967EED328}" type="presParOf" srcId="{554973AA-12FF-4460-92FD-1B4782A364D5}" destId="{02D9240E-2EC7-483C-86BC-FB03A9C7CE40}" srcOrd="12" destOrd="0" presId="urn:microsoft.com/office/officeart/2005/8/layout/vList2"/>
    <dgm:cxn modelId="{1F6F79C4-6580-415F-B983-619A0EE92CD2}" type="presParOf" srcId="{554973AA-12FF-4460-92FD-1B4782A364D5}" destId="{78992A30-D523-49D4-A9E0-6D59DFDA6641}" srcOrd="13" destOrd="0" presId="urn:microsoft.com/office/officeart/2005/8/layout/vList2"/>
    <dgm:cxn modelId="{29A02B1D-308A-4689-95EE-6C9AB977BC97}" type="presParOf" srcId="{554973AA-12FF-4460-92FD-1B4782A364D5}" destId="{E2228B3A-F4D3-4EC0-8C31-ACC9C944708B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787885-7935-4F71-A960-38F86D5A0D26}">
      <dsp:nvSpPr>
        <dsp:cNvPr id="0" name=""/>
        <dsp:cNvSpPr/>
      </dsp:nvSpPr>
      <dsp:spPr>
        <a:xfrm>
          <a:off x="0" y="108796"/>
          <a:ext cx="5915025" cy="645840"/>
        </a:xfrm>
        <a:prstGeom prst="roundRect">
          <a:avLst/>
        </a:prstGeom>
        <a:solidFill>
          <a:schemeClr val="accent5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Project overview</a:t>
          </a:r>
          <a:endParaRPr lang="en-US" sz="2300" kern="1200" dirty="0"/>
        </a:p>
      </dsp:txBody>
      <dsp:txXfrm>
        <a:off x="31527" y="140323"/>
        <a:ext cx="5851971" cy="582786"/>
      </dsp:txXfrm>
    </dsp:sp>
    <dsp:sp modelId="{098B748E-9580-4905-A40F-9476B9668E9A}">
      <dsp:nvSpPr>
        <dsp:cNvPr id="0" name=""/>
        <dsp:cNvSpPr/>
      </dsp:nvSpPr>
      <dsp:spPr>
        <a:xfrm>
          <a:off x="0" y="820876"/>
          <a:ext cx="5915025" cy="645840"/>
        </a:xfrm>
        <a:prstGeom prst="roundRect">
          <a:avLst/>
        </a:prstGeom>
        <a:solidFill>
          <a:schemeClr val="accent5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System Architecture</a:t>
          </a:r>
        </a:p>
      </dsp:txBody>
      <dsp:txXfrm>
        <a:off x="31527" y="852403"/>
        <a:ext cx="5851971" cy="582786"/>
      </dsp:txXfrm>
    </dsp:sp>
    <dsp:sp modelId="{6A56561A-2F64-47A3-8A20-FAF74D702957}">
      <dsp:nvSpPr>
        <dsp:cNvPr id="0" name=""/>
        <dsp:cNvSpPr/>
      </dsp:nvSpPr>
      <dsp:spPr>
        <a:xfrm>
          <a:off x="0" y="1532956"/>
          <a:ext cx="5915025" cy="645840"/>
        </a:xfrm>
        <a:prstGeom prst="roundRect">
          <a:avLst/>
        </a:prstGeom>
        <a:solidFill>
          <a:schemeClr val="accent5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Hardware Design (PL)</a:t>
          </a:r>
        </a:p>
      </dsp:txBody>
      <dsp:txXfrm>
        <a:off x="31527" y="1564483"/>
        <a:ext cx="5851971" cy="582786"/>
      </dsp:txXfrm>
    </dsp:sp>
    <dsp:sp modelId="{7F47D193-41B1-4A98-84A9-4BACD5F0AB59}">
      <dsp:nvSpPr>
        <dsp:cNvPr id="0" name=""/>
        <dsp:cNvSpPr/>
      </dsp:nvSpPr>
      <dsp:spPr>
        <a:xfrm>
          <a:off x="0" y="2245036"/>
          <a:ext cx="5915025" cy="645840"/>
        </a:xfrm>
        <a:prstGeom prst="roundRect">
          <a:avLst/>
        </a:prstGeom>
        <a:solidFill>
          <a:schemeClr val="accent5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Software Design (PS)</a:t>
          </a:r>
        </a:p>
      </dsp:txBody>
      <dsp:txXfrm>
        <a:off x="31527" y="2276563"/>
        <a:ext cx="5851971" cy="582786"/>
      </dsp:txXfrm>
    </dsp:sp>
    <dsp:sp modelId="{A2E4572C-6FD6-408D-9909-D54A6AE69E2E}">
      <dsp:nvSpPr>
        <dsp:cNvPr id="0" name=""/>
        <dsp:cNvSpPr/>
      </dsp:nvSpPr>
      <dsp:spPr>
        <a:xfrm>
          <a:off x="0" y="2957116"/>
          <a:ext cx="5915025" cy="645840"/>
        </a:xfrm>
        <a:prstGeom prst="roundRect">
          <a:avLst/>
        </a:prstGeom>
        <a:solidFill>
          <a:schemeClr val="accent5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Interfaces and Peripherals Used</a:t>
          </a:r>
        </a:p>
      </dsp:txBody>
      <dsp:txXfrm>
        <a:off x="31527" y="2988643"/>
        <a:ext cx="5851971" cy="582786"/>
      </dsp:txXfrm>
    </dsp:sp>
    <dsp:sp modelId="{E0AFB112-B653-430B-A107-8E6490136CAB}">
      <dsp:nvSpPr>
        <dsp:cNvPr id="0" name=""/>
        <dsp:cNvSpPr/>
      </dsp:nvSpPr>
      <dsp:spPr>
        <a:xfrm>
          <a:off x="0" y="3669196"/>
          <a:ext cx="5915025" cy="645840"/>
        </a:xfrm>
        <a:prstGeom prst="roundRect">
          <a:avLst/>
        </a:prstGeom>
        <a:solidFill>
          <a:schemeClr val="accent5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Verification and Testing</a:t>
          </a:r>
        </a:p>
      </dsp:txBody>
      <dsp:txXfrm>
        <a:off x="31527" y="3700723"/>
        <a:ext cx="5851971" cy="582786"/>
      </dsp:txXfrm>
    </dsp:sp>
    <dsp:sp modelId="{02D9240E-2EC7-483C-86BC-FB03A9C7CE40}">
      <dsp:nvSpPr>
        <dsp:cNvPr id="0" name=""/>
        <dsp:cNvSpPr/>
      </dsp:nvSpPr>
      <dsp:spPr>
        <a:xfrm>
          <a:off x="0" y="4381276"/>
          <a:ext cx="5915025" cy="645840"/>
        </a:xfrm>
        <a:prstGeom prst="roundRect">
          <a:avLst/>
        </a:prstGeom>
        <a:solidFill>
          <a:schemeClr val="accent5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Project Demo</a:t>
          </a:r>
        </a:p>
      </dsp:txBody>
      <dsp:txXfrm>
        <a:off x="31527" y="4412803"/>
        <a:ext cx="5851971" cy="582786"/>
      </dsp:txXfrm>
    </dsp:sp>
    <dsp:sp modelId="{E2228B3A-F4D3-4EC0-8C31-ACC9C944708B}">
      <dsp:nvSpPr>
        <dsp:cNvPr id="0" name=""/>
        <dsp:cNvSpPr/>
      </dsp:nvSpPr>
      <dsp:spPr>
        <a:xfrm>
          <a:off x="0" y="5093356"/>
          <a:ext cx="5915025" cy="645840"/>
        </a:xfrm>
        <a:prstGeom prst="roundRect">
          <a:avLst/>
        </a:prstGeom>
        <a:solidFill>
          <a:schemeClr val="accent5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Conclusion</a:t>
          </a:r>
          <a:endParaRPr lang="en-US" sz="2300" kern="1200" dirty="0"/>
        </a:p>
      </dsp:txBody>
      <dsp:txXfrm>
        <a:off x="31527" y="5124883"/>
        <a:ext cx="5851971" cy="5827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4421221"/>
            <a:ext cx="10478450" cy="914400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5335373"/>
            <a:ext cx="10478450" cy="7315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CC9A669-A9A2-C81A-7659-2BE084D43C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3778270"/>
          </a:xfr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6B6C58C-A09F-CD8C-3AD4-3613FA8617A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1227057" y="4519930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79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75" y="831439"/>
            <a:ext cx="10440990" cy="113225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75" y="2103120"/>
            <a:ext cx="10440989" cy="357729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7C4ECD9-5950-288D-F0E8-15AB93A0C11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7532546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97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073" y="2920382"/>
            <a:ext cx="6675120" cy="2468880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073" y="5413788"/>
            <a:ext cx="6675120" cy="64008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85760" y="0"/>
            <a:ext cx="4206240" cy="6858000"/>
          </a:xfrm>
          <a:blipFill dpi="0" rotWithShape="1">
            <a:blip>
              <a:alphaModFix amt="60000"/>
            </a:blip>
            <a:srcRect/>
            <a:stretch>
              <a:fillRect l="-5681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EFB6B4-A1CA-B788-D366-460FCF81670F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925164" y="1893372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4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832850"/>
            <a:ext cx="7478991" cy="3635797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4526561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5969981-6F14-05AD-84BE-60811ABC8EEF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1224895" y="911860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97280"/>
            <a:ext cx="7876287" cy="359262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5057409"/>
            <a:ext cx="7375466" cy="101498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5D914E6-8049-9561-C97E-2ED8FCDB89E6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115403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24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AB9D02-BDB0-5420-CBA2-3044DDB6D79D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6077712" y="679622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6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B7FFBE8-95FC-A978-8212-6B5D8F34CC6D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7047762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8461" y="1561943"/>
            <a:ext cx="4681728" cy="4569825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DA51E07-C561-85B3-141B-4157C0521F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5994" cy="6858000"/>
          </a:xfr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702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1C35429-0BEB-CBD1-23C7-BE3E81942C9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" y="1196492"/>
            <a:ext cx="10107029" cy="493527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336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" y="1196492"/>
            <a:ext cx="4800600" cy="493527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F85F708B-992C-821E-50D2-07A27EDFA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6" y="0"/>
            <a:ext cx="6095994" cy="6858000"/>
          </a:xfr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C35429-0BEB-CBD1-23C7-BE3E81942C9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85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9F53EAF-F066-AFDA-2C25-8F96143C7AFD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1224895" y="911860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10063"/>
            <a:ext cx="8467558" cy="1554480"/>
          </a:xfrm>
        </p:spPr>
        <p:txBody>
          <a:bodyPr anchor="t" anchorCtr="0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816" y="2380995"/>
            <a:ext cx="8869680" cy="329184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52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5577962" cy="480713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11808" y="1884121"/>
            <a:ext cx="3596952" cy="4151675"/>
          </a:xfrm>
        </p:spPr>
        <p:txBody>
          <a:bodyPr anchor="b" anchorCtr="0">
            <a:normAutofit/>
          </a:bodyPr>
          <a:lstStyle>
            <a:lvl1pPr marL="0" indent="0">
              <a:spcAft>
                <a:spcPts val="1000"/>
              </a:spcAft>
              <a:buFontTx/>
              <a:buNone/>
              <a:defRPr sz="1800"/>
            </a:lvl1pPr>
            <a:lvl2pPr marL="228600" indent="0">
              <a:spcAft>
                <a:spcPts val="1000"/>
              </a:spcAft>
              <a:buFontTx/>
              <a:buNone/>
              <a:defRPr sz="1600"/>
            </a:lvl2pPr>
            <a:lvl3pPr marL="457200" indent="0">
              <a:spcAft>
                <a:spcPts val="1000"/>
              </a:spcAft>
              <a:buFontTx/>
              <a:buNone/>
              <a:defRPr sz="1400"/>
            </a:lvl3pPr>
            <a:lvl4pPr marL="685800" indent="0">
              <a:spcAft>
                <a:spcPts val="1000"/>
              </a:spcAft>
              <a:buFontTx/>
              <a:buNone/>
              <a:defRPr sz="1800"/>
            </a:lvl4pPr>
            <a:lvl5pPr marL="914400" indent="0">
              <a:spcAft>
                <a:spcPts val="1000"/>
              </a:spcAft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B380E6-DA46-CD20-B419-2C58AADE9DD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7752392" y="675798"/>
            <a:ext cx="36576" cy="5212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848" y="80351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2150" y="799483"/>
            <a:ext cx="4429566" cy="365125"/>
          </a:xfrm>
        </p:spPr>
        <p:txBody>
          <a:bodyPr/>
          <a:lstStyle>
            <a:lvl1pPr algn="ctr">
              <a:defRPr/>
            </a:lvl1pPr>
          </a:lstStyle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66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3234184" cy="4202629"/>
          </a:xfrm>
        </p:spPr>
        <p:txBody>
          <a:bodyPr anchor="ctr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524" y="1353163"/>
            <a:ext cx="3596952" cy="4151675"/>
          </a:xfrm>
        </p:spPr>
        <p:txBody>
          <a:bodyPr anchor="ctr" anchorCtr="0">
            <a:normAutofit/>
          </a:bodyPr>
          <a:lstStyle>
            <a:lvl1pPr marL="0" indent="0">
              <a:spcAft>
                <a:spcPts val="1000"/>
              </a:spcAft>
              <a:buFontTx/>
              <a:buNone/>
              <a:defRPr sz="1800"/>
            </a:lvl1pPr>
            <a:lvl2pPr marL="228600" indent="0">
              <a:spcAft>
                <a:spcPts val="1000"/>
              </a:spcAft>
              <a:buFontTx/>
              <a:buNone/>
              <a:defRPr sz="1600"/>
            </a:lvl2pPr>
            <a:lvl3pPr marL="457200" indent="0">
              <a:spcAft>
                <a:spcPts val="1000"/>
              </a:spcAft>
              <a:buFontTx/>
              <a:buNone/>
              <a:defRPr sz="1400"/>
            </a:lvl3pPr>
            <a:lvl4pPr marL="685800" indent="0">
              <a:spcAft>
                <a:spcPts val="1000"/>
              </a:spcAft>
              <a:buFontTx/>
              <a:buNone/>
              <a:defRPr sz="1800"/>
            </a:lvl4pPr>
            <a:lvl5pPr marL="914400" indent="0">
              <a:spcAft>
                <a:spcPts val="1000"/>
              </a:spcAft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B380E6-DA46-CD20-B419-2C58AADE9DD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1179576" y="675798"/>
            <a:ext cx="36576" cy="5212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813816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386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4732B46-F1F0-7522-FC25-AABA628DA30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7104188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4552002"/>
            <a:ext cx="4663440" cy="1554480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22FFB4D-B5E7-3882-7509-50FC147AD0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3544" y="941832"/>
            <a:ext cx="4179742" cy="2992856"/>
          </a:xfrm>
          <a:blipFill dpi="0" rotWithShape="1">
            <a:blip>
              <a:alphaModFix amt="60000"/>
            </a:blip>
            <a:srcRect/>
            <a:stretch>
              <a:fillRect l="-3918" t="-835" b="-33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816682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65388" y="2718978"/>
            <a:ext cx="4663440" cy="3337560"/>
          </a:xfrm>
        </p:spPr>
        <p:txBody>
          <a:bodyPr anchor="b" anchorCtr="0"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87598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1C55ED2-79AB-08DC-6DCF-C07F6CBD227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922189" y="1217512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04" y="2385975"/>
            <a:ext cx="4325112" cy="24547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398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6383B9E-F152-84FC-BD1D-4F84C5670DA1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1157799" y="5660464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" y="2819320"/>
            <a:ext cx="4372547" cy="28346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B0E68BA-9AEE-909E-56B9-A14C4D9AD3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2171156"/>
          </a:xfrm>
          <a:blipFill dpi="0" rotWithShape="1">
            <a:blip>
              <a:alphaModFix amt="60000"/>
            </a:blip>
            <a:srcRect/>
            <a:stretch>
              <a:fillRect l="1" t="1" r="-5" b="-37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815002"/>
            <a:ext cx="5162550" cy="283464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53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37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8082"/>
            <a:ext cx="4145582" cy="463882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7419" y="848517"/>
            <a:ext cx="5681662" cy="48180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66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59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50392"/>
            <a:ext cx="4142232" cy="494066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7607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66305"/>
            <a:ext cx="6159500" cy="539082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18823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01" y="842957"/>
            <a:ext cx="3494314" cy="476817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65504"/>
            <a:ext cx="6766560" cy="5093862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800"/>
            </a:lvl1pPr>
            <a:lvl2pPr>
              <a:lnSpc>
                <a:spcPct val="90000"/>
              </a:lnSpc>
              <a:defRPr sz="16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11192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6209" y="868680"/>
            <a:ext cx="6093225" cy="11430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37529" cy="6858000"/>
          </a:xfrm>
          <a:blipFill dpi="0" rotWithShape="1">
            <a:blip>
              <a:alphaModFix amt="60000"/>
            </a:blip>
            <a:srcRect/>
            <a:stretch>
              <a:fillRect r="-803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9833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6209" y="2017058"/>
            <a:ext cx="6071616" cy="448970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23774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190" y="82296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17903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490472" y="457200"/>
            <a:ext cx="184708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316" y="2057402"/>
            <a:ext cx="6135624" cy="44897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081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854" y="829325"/>
            <a:ext cx="6858000" cy="93268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429000" cy="6858000"/>
          </a:xfrm>
          <a:blipFill dpi="0" rotWithShape="1">
            <a:blip>
              <a:alphaModFix amt="60000"/>
            </a:blip>
            <a:srcRect/>
            <a:stretch>
              <a:fillRect r="-1733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5476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8854" y="1878456"/>
            <a:ext cx="6858000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93637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046" y="4257446"/>
            <a:ext cx="4297661" cy="1852154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F2A913F-34E8-6AA3-93B1-82EC2684015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6348844" y="5660464"/>
            <a:ext cx="36576" cy="521208"/>
          </a:xfrm>
          <a:prstGeom prst="rect">
            <a:avLst/>
          </a:prstGeom>
        </p:spPr>
      </p:pic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A9DF44A2-0708-C962-D4F6-461FBBBE26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5034" y="849445"/>
            <a:ext cx="4173673" cy="2913664"/>
          </a:xfrm>
          <a:blipFill dpi="0" rotWithShape="1">
            <a:blip>
              <a:alphaModFix amt="60000"/>
            </a:blip>
            <a:srcRect/>
            <a:stretch>
              <a:fillRect b="159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12179" y="849444"/>
            <a:ext cx="5295472" cy="483489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5719845"/>
            <a:ext cx="1847088" cy="38975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28411" y="5746499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544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9038" y="832804"/>
            <a:ext cx="4361688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096000" cy="6858000"/>
          </a:xfrm>
          <a:blipFill dpi="0" rotWithShape="1">
            <a:blip>
              <a:alphaModFix amt="60000"/>
            </a:blip>
            <a:srcRect/>
            <a:stretch>
              <a:fillRect l="-1" r="-8457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08975" y="2467805"/>
            <a:ext cx="4362450" cy="4095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875427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023" y="2132530"/>
            <a:ext cx="4961795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AA2C06F4-46D4-E31A-FE24-FA262F307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09016"/>
            <a:ext cx="5685399" cy="5039969"/>
          </a:xfr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8D34A61-0B4C-7668-21C4-92101CEE4BE3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6541267" y="1217512"/>
            <a:ext cx="36576" cy="52120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33023" y="3788229"/>
            <a:ext cx="4961795" cy="191922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6428" y="572028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3273" y="5720287"/>
            <a:ext cx="2805405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803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094" y="825703"/>
            <a:ext cx="4522936" cy="932688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672379" cy="6858000"/>
          </a:xfrm>
          <a:blipFill dpi="0" rotWithShape="1">
            <a:blip>
              <a:alphaModFix amt="60000"/>
            </a:blip>
            <a:srcRect/>
            <a:stretch>
              <a:fillRect r="-14454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48429" y="1789540"/>
            <a:ext cx="4512601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985879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73104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585" y="45720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2618" y="457200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1933808"/>
            <a:ext cx="4572000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3CD55653-C8C9-068F-CF5A-7E1436D7EF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9621" y="0"/>
            <a:ext cx="5672379" cy="6858000"/>
          </a:xfrm>
          <a:blipFill dpi="0" rotWithShape="1">
            <a:blip>
              <a:alphaModFix amt="60000"/>
            </a:blip>
            <a:srcRect/>
            <a:stretch>
              <a:fillRect r="-14454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7263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6298" y="831603"/>
            <a:ext cx="3401568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038109" cy="6858000"/>
          </a:xfrm>
          <a:blipFill dpi="0" rotWithShape="1">
            <a:blip>
              <a:alphaModFix amt="60000"/>
            </a:blip>
            <a:srcRect/>
            <a:stretch>
              <a:fillRect r="-775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6425" y="2379232"/>
            <a:ext cx="3401568" cy="4095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09857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2960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269" y="45720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457200"/>
            <a:ext cx="184708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2377440"/>
            <a:ext cx="3401568" cy="409575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935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7417" y="822516"/>
            <a:ext cx="3273552" cy="1942773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220197" cy="6858000"/>
          </a:xfrm>
          <a:blipFill dpi="0" rotWithShape="1">
            <a:blip>
              <a:alphaModFix amt="60000"/>
            </a:blip>
            <a:srcRect/>
            <a:stretch>
              <a:fillRect l="1" r="-777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411" y="2778536"/>
            <a:ext cx="3273552" cy="29260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7743" y="571464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7220" y="5715000"/>
            <a:ext cx="2335165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2923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3" y="4299577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692106"/>
          </a:xfrm>
          <a:blipFill dpi="0" rotWithShape="1">
            <a:blip>
              <a:alphaModFix amt="60000"/>
            </a:blip>
            <a:srcRect/>
            <a:stretch>
              <a:fillRect t="-1" b="-2554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299576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690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3791259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141683"/>
          </a:xfrm>
          <a:blipFill dpi="0" rotWithShape="1">
            <a:blip>
              <a:alphaModFix amt="60000"/>
            </a:blip>
            <a:srcRect/>
            <a:stretch>
              <a:fillRect t="2" b="-20264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791259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00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223" y="833527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833527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3993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3503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9210" y="1828800"/>
            <a:ext cx="5701655" cy="4088298"/>
          </a:xfr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104" y="594360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5943600"/>
            <a:ext cx="184577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047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14645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4" y="2971800"/>
            <a:ext cx="4219217" cy="2968589"/>
          </a:xfrm>
          <a:blipFill dpi="0" rotWithShape="1">
            <a:blip>
              <a:alphaModFix amt="60000"/>
            </a:blip>
            <a:srcRect/>
            <a:stretch>
              <a:fillRect l="148" t="-11888" r="-148" b="-1104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104" y="594360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5943600"/>
            <a:ext cx="184577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4950" y="838031"/>
            <a:ext cx="5585925" cy="57832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04261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8825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473" y="2662694"/>
            <a:ext cx="2826675" cy="3273309"/>
          </a:xfr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84806-6EE6-E9E7-C756-577E511C94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0476" y="59436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E95BE-BAAA-0962-1F37-8E80B5075B4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90553" y="59436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8493" y="840587"/>
            <a:ext cx="6561138" cy="60350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578048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4688" y="4318002"/>
            <a:ext cx="3741303" cy="1727191"/>
          </a:xfrm>
        </p:spPr>
        <p:txBody>
          <a:bodyPr anchor="b" anchorCtr="0">
            <a:normAutofit/>
          </a:bodyPr>
          <a:lstStyle>
            <a:lvl1pPr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603503"/>
            <a:ext cx="10535513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12892AD-A824-80C0-23D0-A50E8E6086C1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215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0ABD31F-6790-1046-FAA9-F005395197D6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074" y="4520514"/>
            <a:ext cx="7525512" cy="1545336"/>
          </a:xfrm>
        </p:spPr>
        <p:txBody>
          <a:bodyPr anchor="b" anchorCtr="0">
            <a:normAutofit/>
          </a:bodyPr>
          <a:lstStyle>
            <a:lvl1pPr algn="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912730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3D60A-2641-9137-7CFC-67D96357882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9D38F-DE10-E2BB-5C22-9A8C0781F1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470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898" y="1318437"/>
            <a:ext cx="4368688" cy="4747413"/>
          </a:xfrm>
        </p:spPr>
        <p:txBody>
          <a:bodyPr anchor="b" anchorCtr="0">
            <a:normAutofit/>
          </a:bodyPr>
          <a:lstStyle>
            <a:lvl1pPr algn="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1318437"/>
            <a:ext cx="5318760" cy="533542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17F8DEA-3543-B752-B9E3-AC000CAB4672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2F7EA-5D69-7C1B-CCA8-B001A58AE3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69680" y="722163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5CC0F-ADA3-ABFA-0894-792752304D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936224" y="722163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525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617F66D-47D7-5FE5-3A3F-34A22FF6A160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6077712" y="5660464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558436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84023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9366FF-A392-C240-F718-4B73E04621E0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6077712" y="5660464"/>
            <a:ext cx="36576" cy="52120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 algn="ctr">
              <a:lnSpc>
                <a:spcPct val="100000"/>
              </a:lnSpc>
              <a:buNone/>
              <a:defRPr sz="3600" b="1" i="0" cap="all" spc="50" baseline="0">
                <a:latin typeface="+mj-lt"/>
                <a:cs typeface="Poppins" pitchFamily="2" charset="77"/>
              </a:defRPr>
            </a:lvl2pPr>
            <a:lvl3pPr marL="457200" indent="0" algn="ctr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3pPr>
            <a:lvl4pPr marL="685800" indent="0" algn="ctr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4pPr>
            <a:lvl5pPr marL="914400" indent="0" algn="ctr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25147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520A179-8E3E-2B95-A97F-C68296952939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928148" y="921438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3816" y="1996848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2pPr>
            <a:lvl3pPr marL="457200" indent="0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3pPr>
            <a:lvl4pPr marL="685800" indent="0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4pPr>
            <a:lvl5pPr marL="914400" indent="0">
              <a:lnSpc>
                <a:spcPct val="100000"/>
              </a:lnSpc>
              <a:buNone/>
              <a:defRPr sz="20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49345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681" y="760672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2pPr>
            <a:lvl3pPr marL="457200" indent="0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3pPr>
            <a:lvl4pPr marL="685800" indent="0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4pPr>
            <a:lvl5pPr marL="914400" indent="0">
              <a:lnSpc>
                <a:spcPct val="100000"/>
              </a:lnSpc>
              <a:buNone/>
              <a:defRPr sz="20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4584083-25C0-4BCD-77BF-0F4B50C89CE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10986884" y="676656"/>
            <a:ext cx="36576" cy="5212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9D7C9-2DBC-E12A-4A0F-59AD76DB11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58948-847F-22CD-2AA2-CF3475976F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93622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1040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600" y="5601041"/>
            <a:ext cx="8229600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025C941-1D26-5955-DC05-31D96A1D00E3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6200000">
            <a:off x="10983213" y="5660464"/>
            <a:ext cx="36576" cy="52120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2280" y="776028"/>
            <a:ext cx="8229600" cy="45720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1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79534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4802977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537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444" y="457200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7720" y="9448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1" i="0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7286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23" y="829551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723" y="1980371"/>
            <a:ext cx="518160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69148" y="1980371"/>
            <a:ext cx="518160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588687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615443"/>
            <a:ext cx="3437583" cy="409920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7FBFB58-BD7D-0E9B-7D02-1BE0CDCEA4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972457"/>
          </a:xfrm>
          <a:blipFill dpi="0" rotWithShape="1">
            <a:blip>
              <a:alphaModFix amt="60000"/>
            </a:blip>
            <a:srcRect/>
            <a:stretch>
              <a:fillRect l="1" t="1" r="-5" b="-48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1840" y="1615442"/>
            <a:ext cx="6119865" cy="201168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  <a:lvl2pPr marL="228600" indent="0">
              <a:lnSpc>
                <a:spcPct val="90000"/>
              </a:lnSpc>
              <a:buNone/>
              <a:defRPr sz="1600"/>
            </a:lvl2pPr>
            <a:lvl3pPr marL="457200" indent="0">
              <a:lnSpc>
                <a:spcPct val="90000"/>
              </a:lnSpc>
              <a:buNone/>
              <a:defRPr sz="1400"/>
            </a:lvl3pPr>
            <a:lvl4pPr marL="685800" indent="0">
              <a:lnSpc>
                <a:spcPct val="90000"/>
              </a:lnSpc>
              <a:buNone/>
              <a:defRPr sz="1200"/>
            </a:lvl4pPr>
            <a:lvl5pPr marL="914400" indent="0">
              <a:lnSpc>
                <a:spcPct val="90000"/>
              </a:lnSpc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48775" y="3945380"/>
            <a:ext cx="6119865" cy="201168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  <a:lvl2pPr marL="228600" indent="0">
              <a:lnSpc>
                <a:spcPct val="90000"/>
              </a:lnSpc>
              <a:buNone/>
              <a:defRPr sz="1600"/>
            </a:lvl2pPr>
            <a:lvl3pPr marL="457200" indent="0">
              <a:lnSpc>
                <a:spcPct val="90000"/>
              </a:lnSpc>
              <a:buNone/>
              <a:defRPr sz="1400"/>
            </a:lvl3pPr>
            <a:lvl4pPr marL="685800" indent="0">
              <a:lnSpc>
                <a:spcPct val="90000"/>
              </a:lnSpc>
              <a:buNone/>
              <a:defRPr sz="1200"/>
            </a:lvl4pPr>
            <a:lvl5pPr marL="914400" indent="0">
              <a:lnSpc>
                <a:spcPct val="90000"/>
              </a:lnSpc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59436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5943600"/>
            <a:ext cx="1845772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3887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" y="830733"/>
            <a:ext cx="10439463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625" y="2007011"/>
            <a:ext cx="49377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all" baseline="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0246" y="2007011"/>
            <a:ext cx="49377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all" baseline="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625" y="2708876"/>
            <a:ext cx="4937760" cy="37639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0246" y="2708876"/>
            <a:ext cx="4937760" cy="37639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672012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938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831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7531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3816" y="2605036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868" y="842371"/>
            <a:ext cx="6440258" cy="575510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671612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94666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3816" y="3163019"/>
            <a:ext cx="3585586" cy="343463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89154" y="894665"/>
            <a:ext cx="5685399" cy="5039969"/>
          </a:xfr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934634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59436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955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90" y="826903"/>
            <a:ext cx="7342307" cy="1133856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90" y="1996874"/>
            <a:ext cx="10467653" cy="2743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F099A399-8358-4832-8F28-17D6ED3E74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5885543"/>
            <a:ext cx="12192000" cy="972457"/>
          </a:xfrm>
          <a:blipFill dpi="0" rotWithShape="1">
            <a:blip>
              <a:alphaModFix amt="60000"/>
            </a:blip>
            <a:srcRect/>
            <a:stretch>
              <a:fillRect l="1" t="1" r="-5" b="-48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967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2648"/>
            <a:ext cx="8430767" cy="1842020"/>
          </a:xfrm>
        </p:spPr>
        <p:txBody>
          <a:bodyPr anchor="t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2717420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13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90" y="826903"/>
            <a:ext cx="7342307" cy="1133856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90" y="1993392"/>
            <a:ext cx="10467653" cy="176953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274E4BF-A9CB-F772-DFA6-C511FFC554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4495800"/>
            <a:ext cx="12191999" cy="2362200"/>
          </a:xfrm>
          <a:blipFill dpi="0" rotWithShape="1">
            <a:blip>
              <a:alphaModFix amt="60000"/>
            </a:blip>
            <a:srcRect/>
            <a:stretch>
              <a:fillRect l="1" t="-200" r="-5" b="-3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393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609" y="826658"/>
            <a:ext cx="10447125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6609" y="1715532"/>
            <a:ext cx="10447125" cy="4125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476" y="571464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26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828" r:id="rId10"/>
    <p:sldLayoutId id="2147483780" r:id="rId11"/>
    <p:sldLayoutId id="2147483781" r:id="rId12"/>
    <p:sldLayoutId id="2147483826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827" r:id="rId23"/>
    <p:sldLayoutId id="2147483793" r:id="rId24"/>
    <p:sldLayoutId id="2147483794" r:id="rId25"/>
    <p:sldLayoutId id="2147483795" r:id="rId26"/>
    <p:sldLayoutId id="2147483796" r:id="rId27"/>
    <p:sldLayoutId id="2147483797" r:id="rId28"/>
    <p:sldLayoutId id="2147483798" r:id="rId29"/>
    <p:sldLayoutId id="2147483799" r:id="rId30"/>
    <p:sldLayoutId id="2147483800" r:id="rId31"/>
    <p:sldLayoutId id="2147483801" r:id="rId32"/>
    <p:sldLayoutId id="2147483802" r:id="rId33"/>
    <p:sldLayoutId id="2147483803" r:id="rId34"/>
    <p:sldLayoutId id="2147483804" r:id="rId35"/>
    <p:sldLayoutId id="2147483805" r:id="rId36"/>
    <p:sldLayoutId id="2147483806" r:id="rId37"/>
    <p:sldLayoutId id="2147483807" r:id="rId38"/>
    <p:sldLayoutId id="2147483808" r:id="rId39"/>
    <p:sldLayoutId id="2147483809" r:id="rId40"/>
    <p:sldLayoutId id="2147483810" r:id="rId41"/>
    <p:sldLayoutId id="2147483811" r:id="rId42"/>
    <p:sldLayoutId id="2147483812" r:id="rId43"/>
    <p:sldLayoutId id="2147483813" r:id="rId44"/>
    <p:sldLayoutId id="2147483814" r:id="rId45"/>
    <p:sldLayoutId id="2147483815" r:id="rId46"/>
    <p:sldLayoutId id="2147483816" r:id="rId47"/>
    <p:sldLayoutId id="2147483817" r:id="rId48"/>
    <p:sldLayoutId id="2147483818" r:id="rId49"/>
    <p:sldLayoutId id="2147483819" r:id="rId50"/>
    <p:sldLayoutId id="2147483820" r:id="rId51"/>
    <p:sldLayoutId id="2147483821" r:id="rId52"/>
    <p:sldLayoutId id="2147483822" r:id="rId53"/>
    <p:sldLayoutId id="2147483823" r:id="rId54"/>
    <p:sldLayoutId id="2147483825" r:id="rId55"/>
    <p:sldLayoutId id="2147483824" r:id="rId5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spc="50" baseline="0">
          <a:solidFill>
            <a:schemeClr val="tx1"/>
          </a:solidFill>
          <a:latin typeface="+mj-lt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1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1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FBEB139-49D2-8D04-86D2-09C06D00D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132" y="845775"/>
            <a:ext cx="6675120" cy="246888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4800" dirty="0"/>
              <a:t>Voice-Activated</a:t>
            </a:r>
            <a:br>
              <a:rPr lang="en-US" sz="4800" dirty="0"/>
            </a:br>
            <a:r>
              <a:rPr lang="en-US" sz="4800" dirty="0"/>
              <a:t>Keyword Spotting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A8D9FA2-302E-0315-171F-48BC54215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132" y="2169856"/>
            <a:ext cx="6675120" cy="640080"/>
          </a:xfrm>
        </p:spPr>
        <p:txBody>
          <a:bodyPr/>
          <a:lstStyle/>
          <a:p>
            <a:r>
              <a:rPr lang="en-US" dirty="0"/>
              <a:t>Presented by Lenny Marron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80891-B2F2-26AB-ABD3-D6DF965357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040" y="2809936"/>
            <a:ext cx="7209960" cy="406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1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70BCB1-1398-488A-AB5B-1A8A2227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8082"/>
            <a:ext cx="4145582" cy="4638825"/>
          </a:xfrm>
        </p:spPr>
        <p:txBody>
          <a:bodyPr anchor="t">
            <a:normAutofit/>
          </a:bodyPr>
          <a:lstStyle/>
          <a:p>
            <a:r>
              <a:rPr lang="en-US" sz="4800" dirty="0"/>
              <a:t>agenda</a:t>
            </a: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0F094D2B-A940-F8F8-7A8E-26AA75EC36C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46102002"/>
              </p:ext>
            </p:extLst>
          </p:nvPr>
        </p:nvGraphicFramePr>
        <p:xfrm>
          <a:off x="6096000" y="848082"/>
          <a:ext cx="5915025" cy="5847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073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0B546-A3C2-9374-B0C2-E79D26B38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936" y="1056309"/>
            <a:ext cx="11510560" cy="178577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>
              <a:spcAft>
                <a:spcPts val="700"/>
              </a:spcAft>
              <a:defRPr sz="2200">
                <a:solidFill>
                  <a:srgbClr val="232323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simple spoken commands such as “on” and “off” 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Zybo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Z7-10 with audio interface and indicate the detected command using UART or LEDs.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794BB6-91FB-C9B7-0FE2-EDC6453168B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8900" y="-88900"/>
            <a:ext cx="12369800" cy="1092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BA7F7D-84A3-2E1A-664F-A52D4FD2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75644"/>
            <a:ext cx="7581900" cy="10922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5D2A64-4B7C-D887-8D22-C4ADD97E5495}"/>
              </a:ext>
            </a:extLst>
          </p:cNvPr>
          <p:cNvSpPr txBox="1"/>
          <p:nvPr/>
        </p:nvSpPr>
        <p:spPr>
          <a:xfrm>
            <a:off x="5525729" y="6125497"/>
            <a:ext cx="1150374" cy="7325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83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28FE6-DECE-DD6E-4E1E-459CA13AC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916BC-97EB-29A4-09AF-B053E1180E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1267843"/>
            <a:ext cx="11442700" cy="2488079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is captured by mic or line-in into DDR memory.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Coverts DMA words into signed 16-bit samples.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1 second of audio for KWS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silence vs speech before computing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90812-6BA6-DB4C-C95F-1554E1ACB1E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8900" y="-88900"/>
            <a:ext cx="12369800" cy="1092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2003CD-1305-CC1F-0858-6F4D29041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75644"/>
            <a:ext cx="7581900" cy="10922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E0F0D-610F-5CFC-3DF0-75574F934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78" y="4282099"/>
            <a:ext cx="11143862" cy="148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881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6BA52-F43A-4C1C-9C53-7A1022746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9C4557C-AB19-BEA1-42CD-8EE6759A0AB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8900" y="-88900"/>
            <a:ext cx="12369800" cy="1092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23660-7F38-9FBC-0BA9-0E7563E5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75644"/>
            <a:ext cx="11414090" cy="10922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Hardware Design (Programmable Logic)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824B48A-55DA-6425-361F-BB8D53007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15" y="4872704"/>
            <a:ext cx="11630169" cy="1104206"/>
          </a:xfrm>
          <a:prstGeom prst="rect">
            <a:avLst/>
          </a:prstGeom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2C1AFA8-3A46-C5C3-8813-EEE3F52483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1267843"/>
            <a:ext cx="11442700" cy="334031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Buttons use interrupts to captures audio without polling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codec is configured over I2C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samples travel through the I2S/audio stream path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S2MM DMA writes the recording at MEM_BASE_ADDR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 interrupts notify the software when recording is complete, before reading</a:t>
            </a:r>
          </a:p>
        </p:txBody>
      </p:sp>
    </p:spTree>
    <p:extLst>
      <p:ext uri="{BB962C8B-B14F-4D97-AF65-F5344CB8AC3E}">
        <p14:creationId xmlns:p14="http://schemas.microsoft.com/office/powerpoint/2010/main" val="167206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34DB-F156-F3AD-0733-9B59449AB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93959D-E687-9395-1629-D29C3A43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900" y="-88900"/>
            <a:ext cx="12369800" cy="1092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8E31B4-AD0D-58A0-4DBF-9958C5DF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75644"/>
            <a:ext cx="11414090" cy="10922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Hardware Design (Programmable Logic)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7E9EB-EB00-10E9-1D5A-3D67FF70C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74" y="1267844"/>
            <a:ext cx="10244929" cy="537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92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FE030-6C21-36F3-5623-D22C562D3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D18F00-879E-289F-620F-C54E3552C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900" y="-88900"/>
            <a:ext cx="12369800" cy="1092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E39E4B-003D-355F-1805-54F7415A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75644"/>
            <a:ext cx="11414090" cy="10922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Hardware Design (Programmable Logic)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DF3E4A-E7C0-399B-B6C1-1C30E27E1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5"/>
          <a:stretch>
            <a:fillRect/>
          </a:stretch>
        </p:blipFill>
        <p:spPr>
          <a:xfrm>
            <a:off x="78658" y="1085352"/>
            <a:ext cx="12038695" cy="559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54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7A5F-93B6-674F-689F-249B7DF7B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9C1D67-1790-E89F-2F68-E839DB856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900" y="-88900"/>
            <a:ext cx="12369800" cy="1092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48040F-6534-FB74-B5FB-CB6F2AB02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75644"/>
            <a:ext cx="11414090" cy="10922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Software Design (Processing System)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DAFB1A-11EF-191F-CB8F-2BAACD9AD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38" y="4521200"/>
            <a:ext cx="11140324" cy="1828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4A8975-EFAC-5802-AD74-DC697D82521C}"/>
              </a:ext>
            </a:extLst>
          </p:cNvPr>
          <p:cNvSpPr txBox="1"/>
          <p:nvPr/>
        </p:nvSpPr>
        <p:spPr>
          <a:xfrm>
            <a:off x="690562" y="1267844"/>
            <a:ext cx="1026318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Raw DMA </a:t>
            </a:r>
            <a:r>
              <a:rPr lang="fr-FR" sz="2400" dirty="0" err="1"/>
              <a:t>word</a:t>
            </a:r>
            <a:r>
              <a:rPr lang="fr-FR" sz="2400" dirty="0"/>
              <a:t> capture and buffer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ConvertDmaAudioToPcm16(): raw 24-bit words to signed PCM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ExtractOneSecond16k_Avg6(): 96 kHz to 16 kHz input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kws.cc: C++ wrapper ready for TensorFlow Lite Micro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185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62D1-5C91-5E2B-6147-A6957537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CAA88E-FA25-DD94-B1D6-D9A09B418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900" y="-88900"/>
            <a:ext cx="12369800" cy="1092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A21CA9-3081-D6A3-B521-6597EB21C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75644"/>
            <a:ext cx="11414090" cy="10922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Software Design (Processing System)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2D1B2C-7223-1B40-B5FC-C991CCAB1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3"/>
          <a:stretch>
            <a:fillRect/>
          </a:stretch>
        </p:blipFill>
        <p:spPr>
          <a:xfrm>
            <a:off x="8556219" y="1134985"/>
            <a:ext cx="1825625" cy="50848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7B7C69-954F-D155-E3CC-942500CF77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072"/>
          <a:stretch>
            <a:fillRect/>
          </a:stretch>
        </p:blipFill>
        <p:spPr>
          <a:xfrm>
            <a:off x="626353" y="1134985"/>
            <a:ext cx="4490396" cy="520191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D185B2C-8AEB-2085-6E39-EDA423F1D194}"/>
              </a:ext>
            </a:extLst>
          </p:cNvPr>
          <p:cNvSpPr/>
          <p:nvPr/>
        </p:nvSpPr>
        <p:spPr>
          <a:xfrm>
            <a:off x="405049" y="6333845"/>
            <a:ext cx="5173899" cy="4366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System Constantly Polling Without Interrupts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96FE84-78B2-5B3F-715F-4C19D45A66A7}"/>
              </a:ext>
            </a:extLst>
          </p:cNvPr>
          <p:cNvSpPr/>
          <p:nvPr/>
        </p:nvSpPr>
        <p:spPr>
          <a:xfrm>
            <a:off x="6739174" y="6333845"/>
            <a:ext cx="5173899" cy="4366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System with Interrupts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C4C58A-2EE1-0B77-9CB3-A60AEF12DF8A}"/>
              </a:ext>
            </a:extLst>
          </p:cNvPr>
          <p:cNvSpPr/>
          <p:nvPr/>
        </p:nvSpPr>
        <p:spPr>
          <a:xfrm>
            <a:off x="8556219" y="1134985"/>
            <a:ext cx="1540281" cy="4747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83B78A3-8A0C-6C8F-31E4-78AB691A2F1B}"/>
              </a:ext>
            </a:extLst>
          </p:cNvPr>
          <p:cNvCxnSpPr>
            <a:cxnSpLocks/>
          </p:cNvCxnSpPr>
          <p:nvPr/>
        </p:nvCxnSpPr>
        <p:spPr>
          <a:xfrm flipV="1">
            <a:off x="7400925" y="1514475"/>
            <a:ext cx="1009650" cy="70639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674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40F36-5E92-5A1C-0508-BBCB0CBED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56657-EBC8-045E-FA0F-2080F89655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8500" y="1267844"/>
            <a:ext cx="10509705" cy="3570856"/>
          </a:xfrm>
        </p:spPr>
        <p:txBody>
          <a:bodyPr>
            <a:normAutofit/>
          </a:bodyPr>
          <a:lstStyle/>
          <a:p>
            <a:r>
              <a:rPr lang="en-US" sz="2400" dirty="0"/>
              <a:t>To create a learning model, the training microphone, distance, and environment needed to be matched, and the keyword required to be spoken in different ways to improve accuracy.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59BA93-5C9C-CAD7-EDA4-FAFED4F3E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900" y="-88900"/>
            <a:ext cx="12369800" cy="1092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DB34BE-B62D-2C42-DBC6-A853726D2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75644"/>
            <a:ext cx="11414090" cy="10922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Training 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052CB5-B706-0F5A-3244-B398F0E1E771}"/>
              </a:ext>
            </a:extLst>
          </p:cNvPr>
          <p:cNvPicPr>
            <a:picLocks noChangeAspect="1"/>
          </p:cNvPicPr>
          <p:nvPr/>
        </p:nvPicPr>
        <p:blipFill>
          <a:blip/>
          <a:srcRect t="19626" r="58264"/>
          <a:stretch>
            <a:fillRect/>
          </a:stretch>
        </p:blipFill>
        <p:spPr>
          <a:xfrm>
            <a:off x="770890" y="2852952"/>
            <a:ext cx="2222500" cy="980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BB2762-12EC-400F-6CB2-DE8619174BF3}"/>
              </a:ext>
            </a:extLst>
          </p:cNvPr>
          <p:cNvPicPr>
            <a:picLocks noChangeAspect="1"/>
          </p:cNvPicPr>
          <p:nvPr/>
        </p:nvPicPr>
        <p:blipFill>
          <a:blip/>
          <a:srcRect b="4929"/>
          <a:stretch>
            <a:fillRect/>
          </a:stretch>
        </p:blipFill>
        <p:spPr>
          <a:xfrm>
            <a:off x="3141345" y="2852952"/>
            <a:ext cx="1935480" cy="3841202"/>
          </a:xfrm>
          <a:prstGeom prst="rect">
            <a:avLst/>
          </a:prstGeom>
        </p:spPr>
      </p:pic>
      <p:sp>
        <p:nvSpPr>
          <p:cNvPr id="13" name="Google Shape;201;p7">
            <a:extLst>
              <a:ext uri="{FF2B5EF4-FFF2-40B4-BE49-F238E27FC236}">
                <a16:creationId xmlns:a16="http://schemas.microsoft.com/office/drawing/2014/main" id="{364A60C9-255C-7D95-9570-97EB2EC004D4}"/>
              </a:ext>
            </a:extLst>
          </p:cNvPr>
          <p:cNvSpPr/>
          <p:nvPr/>
        </p:nvSpPr>
        <p:spPr>
          <a:xfrm>
            <a:off x="830580" y="246868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Arial"/>
              <a:buNone/>
            </a:pPr>
            <a:r>
              <a:rPr lang="en-US" sz="2400" b="1" u="sng" dirty="0">
                <a:latin typeface="Arial"/>
                <a:ea typeface="Arial"/>
                <a:cs typeface="Arial"/>
                <a:sym typeface="Arial"/>
              </a:rPr>
              <a:t>Folder layout</a:t>
            </a:r>
            <a:endParaRPr sz="2400" u="sng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C2611-4C3C-A506-2272-D89EFCCB7D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95"/>
          <a:stretch>
            <a:fillRect/>
          </a:stretch>
        </p:blipFill>
        <p:spPr>
          <a:xfrm>
            <a:off x="5329652" y="2871185"/>
            <a:ext cx="1800325" cy="381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20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64C9C-BB5D-C3DB-8510-70D9C5F78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DBE4AB-4097-D73E-7BEB-48F2EECDF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900" y="-88900"/>
            <a:ext cx="12369800" cy="1092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D581DE-FF94-B5FA-F880-BD9DDBA7A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75644"/>
            <a:ext cx="11414090" cy="10922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Interfaces and Peripherals Used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CEE2B-E62E-3A8A-96FD-1E545703FE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E5D62D-DA06-4E4E-7607-37F1C0883FD0}"/>
              </a:ext>
            </a:extLst>
          </p:cNvPr>
          <p:cNvSpPr/>
          <p:nvPr/>
        </p:nvSpPr>
        <p:spPr>
          <a:xfrm>
            <a:off x="678180" y="1202437"/>
            <a:ext cx="3200400" cy="502920"/>
          </a:xfrm>
          <a:prstGeom prst="rect">
            <a:avLst/>
          </a:prstGeom>
          <a:solidFill>
            <a:srgbClr val="112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FFFFF"/>
                </a:solidFill>
              </a:rPr>
              <a:t>Interface / Peripheral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FEF745-3E20-57FC-29B2-58CFF7FCB573}"/>
              </a:ext>
            </a:extLst>
          </p:cNvPr>
          <p:cNvSpPr/>
          <p:nvPr/>
        </p:nvSpPr>
        <p:spPr>
          <a:xfrm>
            <a:off x="3924300" y="1202437"/>
            <a:ext cx="7589520" cy="502920"/>
          </a:xfrm>
          <a:prstGeom prst="rect">
            <a:avLst/>
          </a:prstGeom>
          <a:solidFill>
            <a:srgbClr val="112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FFFFFF"/>
                </a:solidFill>
              </a:rPr>
              <a:t>Role in the Project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CC5E34-B247-0EC8-FC23-CC339FD5A667}"/>
              </a:ext>
            </a:extLst>
          </p:cNvPr>
          <p:cNvSpPr/>
          <p:nvPr/>
        </p:nvSpPr>
        <p:spPr>
          <a:xfrm>
            <a:off x="678180" y="1705357"/>
            <a:ext cx="3200400" cy="658368"/>
          </a:xfrm>
          <a:prstGeom prst="rect">
            <a:avLst/>
          </a:prstGeom>
          <a:solidFill>
            <a:srgbClr val="F4F7FB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232323"/>
                </a:solidFill>
              </a:rPr>
              <a:t>Audio Codec</a:t>
            </a:r>
            <a:endParaRPr sz="1800" b="1" dirty="0">
              <a:solidFill>
                <a:srgbClr val="232323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C5039-30A1-5657-6570-07395E69A5C5}"/>
              </a:ext>
            </a:extLst>
          </p:cNvPr>
          <p:cNvSpPr/>
          <p:nvPr/>
        </p:nvSpPr>
        <p:spPr>
          <a:xfrm>
            <a:off x="3924300" y="1705357"/>
            <a:ext cx="75895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232323"/>
                </a:solidFill>
              </a:rPr>
              <a:t>Mic/line-in Source via Audio Stream</a:t>
            </a:r>
            <a:endParaRPr sz="1800" dirty="0">
              <a:solidFill>
                <a:srgbClr val="232323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75C212-DF6B-2C13-F475-641049F62BA6}"/>
              </a:ext>
            </a:extLst>
          </p:cNvPr>
          <p:cNvSpPr/>
          <p:nvPr/>
        </p:nvSpPr>
        <p:spPr>
          <a:xfrm>
            <a:off x="678180" y="2363725"/>
            <a:ext cx="3200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232323"/>
                </a:solidFill>
              </a:rPr>
              <a:t>AXI DMA</a:t>
            </a:r>
            <a:endParaRPr sz="1800" b="1" dirty="0">
              <a:solidFill>
                <a:srgbClr val="232323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3C278F-E594-BF42-B174-0FDDEBC4013B}"/>
              </a:ext>
            </a:extLst>
          </p:cNvPr>
          <p:cNvSpPr/>
          <p:nvPr/>
        </p:nvSpPr>
        <p:spPr>
          <a:xfrm>
            <a:off x="3924300" y="2363725"/>
            <a:ext cx="75895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S2MM recording</a:t>
            </a:r>
          </a:p>
          <a:p>
            <a:r>
              <a:rPr lang="en-US" dirty="0">
                <a:solidFill>
                  <a:schemeClr val="tx1"/>
                </a:solidFill>
              </a:rPr>
              <a:t>MM2S playback path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A38B05-4E54-40FA-AF4C-269370E3D2F9}"/>
              </a:ext>
            </a:extLst>
          </p:cNvPr>
          <p:cNvSpPr/>
          <p:nvPr/>
        </p:nvSpPr>
        <p:spPr>
          <a:xfrm>
            <a:off x="678180" y="3022093"/>
            <a:ext cx="3200400" cy="658368"/>
          </a:xfrm>
          <a:prstGeom prst="rect">
            <a:avLst/>
          </a:prstGeom>
          <a:solidFill>
            <a:srgbClr val="F4F7FB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800" b="1">
                <a:solidFill>
                  <a:srgbClr val="232323"/>
                </a:solidFill>
              </a:rPr>
              <a:t>AXI GPIO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47B332-2DD3-B096-8051-A2AD2871CE12}"/>
              </a:ext>
            </a:extLst>
          </p:cNvPr>
          <p:cNvSpPr/>
          <p:nvPr/>
        </p:nvSpPr>
        <p:spPr>
          <a:xfrm>
            <a:off x="3924300" y="3022093"/>
            <a:ext cx="75895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232323"/>
                </a:solidFill>
              </a:rPr>
              <a:t>Used to trigger the start of a recording.</a:t>
            </a:r>
            <a:endParaRPr sz="1800" dirty="0">
              <a:solidFill>
                <a:srgbClr val="232323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E1A70F-A1FA-C8DB-2FAB-F4E16B6263D8}"/>
              </a:ext>
            </a:extLst>
          </p:cNvPr>
          <p:cNvSpPr/>
          <p:nvPr/>
        </p:nvSpPr>
        <p:spPr>
          <a:xfrm>
            <a:off x="678180" y="3680460"/>
            <a:ext cx="3200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800" b="1" dirty="0">
                <a:solidFill>
                  <a:srgbClr val="232323"/>
                </a:solidFill>
              </a:rPr>
              <a:t>USB-UART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042FEF-B80D-2AE2-BA23-E86303FF8F58}"/>
              </a:ext>
            </a:extLst>
          </p:cNvPr>
          <p:cNvSpPr/>
          <p:nvPr/>
        </p:nvSpPr>
        <p:spPr>
          <a:xfrm>
            <a:off x="3924300" y="3680460"/>
            <a:ext cx="75895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Displays raw samples,  KWS input stats, and results.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9672EE-FBB0-3CCA-A207-5607D6365EB8}"/>
              </a:ext>
            </a:extLst>
          </p:cNvPr>
          <p:cNvSpPr/>
          <p:nvPr/>
        </p:nvSpPr>
        <p:spPr>
          <a:xfrm>
            <a:off x="678180" y="4338828"/>
            <a:ext cx="3200400" cy="658368"/>
          </a:xfrm>
          <a:prstGeom prst="rect">
            <a:avLst/>
          </a:prstGeom>
          <a:solidFill>
            <a:srgbClr val="F4F7FB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800" b="1" dirty="0">
                <a:solidFill>
                  <a:srgbClr val="232323"/>
                </a:solidFill>
              </a:rPr>
              <a:t>On-board LEDs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D1F19F-A422-4BEE-5EE5-9F5C26773D04}"/>
              </a:ext>
            </a:extLst>
          </p:cNvPr>
          <p:cNvSpPr/>
          <p:nvPr/>
        </p:nvSpPr>
        <p:spPr>
          <a:xfrm>
            <a:off x="3924300" y="4338828"/>
            <a:ext cx="75895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232323"/>
                </a:solidFill>
              </a:rPr>
              <a:t>S</a:t>
            </a:r>
            <a:r>
              <a:rPr sz="1800" dirty="0">
                <a:solidFill>
                  <a:srgbClr val="232323"/>
                </a:solidFill>
              </a:rPr>
              <a:t>imple visible response for recognized commands.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20D87D-65C9-CB5A-664C-CAC653F4F12D}"/>
              </a:ext>
            </a:extLst>
          </p:cNvPr>
          <p:cNvSpPr/>
          <p:nvPr/>
        </p:nvSpPr>
        <p:spPr>
          <a:xfrm>
            <a:off x="678180" y="4997196"/>
            <a:ext cx="3200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800" b="1" dirty="0">
                <a:solidFill>
                  <a:srgbClr val="232323"/>
                </a:solidFill>
              </a:rPr>
              <a:t>Zynq PS / DDR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9B2632-F930-07F3-2592-6B24730CBFA9}"/>
              </a:ext>
            </a:extLst>
          </p:cNvPr>
          <p:cNvSpPr/>
          <p:nvPr/>
        </p:nvSpPr>
        <p:spPr>
          <a:xfrm>
            <a:off x="3924300" y="4997196"/>
            <a:ext cx="75895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32323"/>
                </a:solidFill>
              </a:rPr>
              <a:t>Stores data at MEM_BASE_ADDR and provides recording buffer</a:t>
            </a:r>
            <a:endParaRPr sz="1800" dirty="0">
              <a:solidFill>
                <a:srgbClr val="2323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524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DFDA-02BC-5A30-0CC4-404B1B52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61D193-C6D3-F7C1-279A-C1DB05F9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900" y="-88900"/>
            <a:ext cx="12369800" cy="1092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F0BA73-0835-0895-BCC5-572B730B0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75644"/>
            <a:ext cx="11414090" cy="10922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Project Demo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0F5E0-292A-79B2-01FA-CAAB5EF0A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32388"/>
            <a:ext cx="5715000" cy="4448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254E9B-5E1E-186E-6BE9-3B7D4515C2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74" y="1857374"/>
            <a:ext cx="38576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29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2A986-E498-0D6A-FF47-F6DD9525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C2629-A420-C601-3D9A-7AAC8E059A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8500" y="1267844"/>
            <a:ext cx="10509705" cy="429721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dirty="0"/>
              <a:t>This project demonstrates a proof-of-concept audio pipeline from DMA-to-Keyword Spotting on the </a:t>
            </a:r>
            <a:r>
              <a:rPr lang="en-US" sz="2800" dirty="0" err="1"/>
              <a:t>Zybo</a:t>
            </a:r>
            <a:r>
              <a:rPr lang="en-US" sz="2800" dirty="0"/>
              <a:t>. Troubleshooting was separated  between hardware and software processing issues by validating each section and integrating one by one. Validated both quiet and speech recordings through UART.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83E2CD-4667-450F-C7C3-6E3C43E75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900" y="-88900"/>
            <a:ext cx="12369800" cy="1092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A8881D-50B8-102D-C133-A157858D7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75644"/>
            <a:ext cx="11414090" cy="10922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27067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78C2091-CE76-FB58-01FA-47B730FF8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7" y="765761"/>
            <a:ext cx="4361688" cy="3475236"/>
          </a:xfrm>
          <a:solidFill>
            <a:schemeClr val="bg1"/>
          </a:solidFill>
        </p:spPr>
        <p:txBody>
          <a:bodyPr anchor="b">
            <a:normAutofit/>
          </a:bodyPr>
          <a:lstStyle/>
          <a:p>
            <a:r>
              <a:rPr lang="en-US" sz="4400" dirty="0"/>
              <a:t>Thank you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6F2EB5A-1AD7-F809-E650-840B8920D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620" y="4170896"/>
            <a:ext cx="4867915" cy="1184585"/>
          </a:xfrm>
        </p:spPr>
        <p:txBody>
          <a:bodyPr anchor="t">
            <a:normAutofit/>
          </a:bodyPr>
          <a:lstStyle/>
          <a:p>
            <a:r>
              <a:rPr lang="en-US" sz="3200" dirty="0"/>
              <a:t>May the 4</a:t>
            </a:r>
            <a:r>
              <a:rPr lang="en-US" sz="3200" baseline="30000" dirty="0"/>
              <a:t>th</a:t>
            </a:r>
            <a:r>
              <a:rPr lang="en-US" sz="3200" dirty="0"/>
              <a:t> be with You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9183D62-AA70-B130-1A0F-9238744D9C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/>
          <a:srcRect t="10945" b="10945"/>
          <a:stretch/>
        </p:blipFill>
        <p:spPr>
          <a:xfrm>
            <a:off x="3" y="0"/>
            <a:ext cx="6584943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Epic Nature">
  <a:themeElements>
    <a:clrScheme name="Finance Presentati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D0C262"/>
      </a:accent1>
      <a:accent2>
        <a:srgbClr val="FEB8B8"/>
      </a:accent2>
      <a:accent3>
        <a:srgbClr val="6B2138"/>
      </a:accent3>
      <a:accent4>
        <a:srgbClr val="FC5316"/>
      </a:accent4>
      <a:accent5>
        <a:srgbClr val="B7D9FE"/>
      </a:accent5>
      <a:accent6>
        <a:srgbClr val="263343"/>
      </a:accent6>
      <a:hlink>
        <a:srgbClr val="467886"/>
      </a:hlink>
      <a:folHlink>
        <a:srgbClr val="96607D"/>
      </a:folHlink>
    </a:clrScheme>
    <a:fontScheme name="B&amp;W Minimalist Drama">
      <a:majorFont>
        <a:latin typeface="Poppins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W minimalist finance presentation_win32_DN_v2" id="{992472E5-D41A-4065-A484-868BE56B4712}" vid="{4BE192B5-7531-40E5-BCC9-1BA14634D2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{4B8D314D-CD93-4DEF-8EC8-B00464F3ABBD}920b6ce2-c783-4247-88db-32555217a6bf-TF1fdf540a-9f60-4c51-93ba-5f26bfbd0af89c4d3c5c_win32</Template>
  <TotalTime>784</TotalTime>
  <Words>393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Poppins</vt:lpstr>
      <vt:lpstr>Poppins Light</vt:lpstr>
      <vt:lpstr>Times New Roman</vt:lpstr>
      <vt:lpstr>Epic Nature</vt:lpstr>
      <vt:lpstr>Voice-Activated Keyword Spotting</vt:lpstr>
      <vt:lpstr>agenda</vt:lpstr>
      <vt:lpstr>Project Overview</vt:lpstr>
      <vt:lpstr>System Architecture</vt:lpstr>
      <vt:lpstr>Hardware Design (Programmable Logic)</vt:lpstr>
      <vt:lpstr>Hardware Design (Programmable Logic)</vt:lpstr>
      <vt:lpstr>Hardware Design (Programmable Logic)</vt:lpstr>
      <vt:lpstr>Software Design (Processing System)</vt:lpstr>
      <vt:lpstr>Software Design (Processing System)</vt:lpstr>
      <vt:lpstr>Training model</vt:lpstr>
      <vt:lpstr>Interfaces and Peripherals Used</vt:lpstr>
      <vt:lpstr>Project Demo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Lenny Marron</dc:creator>
  <cp:lastModifiedBy>Lenny Marron</cp:lastModifiedBy>
  <cp:revision>6</cp:revision>
  <dcterms:created xsi:type="dcterms:W3CDTF">2026-05-03T15:46:13Z</dcterms:created>
  <dcterms:modified xsi:type="dcterms:W3CDTF">2026-05-05T00:44:13Z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